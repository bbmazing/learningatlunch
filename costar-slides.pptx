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 use a framework. The one I like is COSTAR.</a:t>
            </a:r>
          </a:p>
          <a:p/>
          <a:p>
            <a:r>
              <a:t>Read it down the left edge: Context, Objective, Style, Tone, Audience, Response.</a:t>
            </a:r>
          </a:p>
          <a:p/>
          <a:p>
            <a:r>
              <a:t>Six boxes to fill before you press enter. Skip what you do not need.</a:t>
            </a:r>
          </a:p>
          <a:p/>
          <a:p>
            <a:r>
              <a:t>Next slide: a real one, filled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scenario: generating a report. This is where unwanted extras and hallucination hurt, so we fence them in.</a:t>
            </a:r>
          </a:p>
          <a:p/>
          <a:p>
            <a:r>
              <a:t>The R box does the heavy work: exact columns, only from my notes, N/A for missing data. No adding, no inventing.</a:t>
            </a:r>
          </a:p>
          <a:p/>
          <a:p>
            <a:r>
              <a:t>Right: the table it produced. Five columns as ordered, and look at the last row: N/A instead of a made-up answer.</a:t>
            </a:r>
          </a:p>
          <a:p/>
          <a:p>
            <a:r>
              <a:t>Specify the shape and the rules, and you get the report you wanted. Copy this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r use a framework: COSTAR" descr="Or use a framework: COSTA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OSTAR, filled in" descr="COSTAR, filled i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COSTAR prompting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